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8C49"/>
    <a:srgbClr val="FDBD26"/>
    <a:srgbClr val="D5A546"/>
    <a:srgbClr val="FAC150"/>
    <a:srgbClr val="1B7FFD"/>
    <a:srgbClr val="11A454"/>
    <a:srgbClr val="C3DEFE"/>
    <a:srgbClr val="ECF7F3"/>
    <a:srgbClr val="FEF9ED"/>
    <a:srgbClr val="F0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6"/>
    <p:restoredTop sz="94677"/>
  </p:normalViewPr>
  <p:slideViewPr>
    <p:cSldViewPr snapToGrid="0">
      <p:cViewPr>
        <p:scale>
          <a:sx n="122" d="100"/>
          <a:sy n="122" d="100"/>
        </p:scale>
        <p:origin x="1216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B6111-09A9-6363-E8FD-B277FC011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5267FC-857A-043C-0650-E27714508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0965B6-5552-800B-9C1D-5F4C032BD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2DA1A7-A9D4-0FAC-F10E-D6BFA8B7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409A08-84F0-69A9-80C1-6C32B96C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7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75673-00B5-282F-F5D4-70ABC799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54CCC9-8236-E575-2FBF-C9F1699BE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4E55C7-9133-E0BD-CC91-E855141F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59944D-41DE-ADE0-9273-B4AFEB4B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A86A8B-69DF-51AE-035C-0BBA484E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85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AED89-C974-9FD2-6185-34EF82D5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07B49C-C0B3-87AF-6FED-47450F46C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651DAB-E662-8BD0-D2B1-0A0BB370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3F88BD-D19C-2E93-0F20-FCDD2E9E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EE8676-AED1-2380-2E3C-310DAC8C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22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D568F-1F8B-8592-1BAD-1763BAAA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492F86-88C3-C38D-AB49-C8E0C2A6E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B3D0A8-229D-884B-9FAF-F40CF2E5A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6E6FE2-B7D2-900F-ACB5-2FE68DA5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A1BD86-52C4-E419-92E3-2C52566C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9860E9-7B1A-27DC-6BC8-F2207740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3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67791-9294-913D-9373-A07DE143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634759-F4EC-35EF-703A-43B5467F6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BFE994-DAEE-85FB-2A81-7958AAC90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88A1E9-5DE8-81F3-3D6D-CBAEB8972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BA7712-5DCC-9E6E-3DD8-D9D4727A4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DBD72E-A0D1-6BAA-146D-D56261D3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2B3BB9-545E-9D7A-CB30-860073ED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59FCCA-3A5D-B9C6-FE87-1869386B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83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36BE3-A314-C439-BC20-62B2E65B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EE34CAF-EF8C-A738-A1A6-CE50EC2B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1932DD-FAE4-C55F-65B9-A5625C18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0937FD-2918-DBD3-4B3B-D639F56E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918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C9E42A-52E1-429F-975E-6142FDDD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86EECC-8CC2-9B5B-4616-26FAD6FE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02F714-D811-76E6-492C-9630D3FF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2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50B36-3D39-308A-AFDE-C67B14493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000C38-8AC0-E377-6D03-771570DAF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720EB2-6DD6-1E0B-890C-87647925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7F34DA-E249-52AD-DCC4-0DE2730B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BB60EF-C4EF-1C25-F0AB-0C375C60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D81A46-4658-1CD9-EB6C-4AC6AC1F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41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88393-B35E-4231-0670-39E060D12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DEB1957-B842-EBFC-95DF-8ADF33C7E1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849780-55D2-7845-C6A3-7A4A64449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60C88E-CC92-BE79-237F-B76644438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10BDE-78BB-80FC-F570-05D23271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9220A9-236E-685D-3573-6F46A470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41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D7F0-8C04-2BBF-5F0C-2923A4D5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4A16A5-988C-C10C-F025-02D74AB5F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256B97-E41D-5C0B-2381-55BA80ED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4D5A0B-1E8E-2FAC-B209-321470AD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4AC374-71CE-CD05-7856-B59A4E12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05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1382EF-97BC-1E62-AD6B-2489A3C08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66D720-7B81-DE45-A34D-9EFDD03C7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3873D-E814-00C3-EEFE-349B9BF8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5E6D2D-4BAF-2FA2-1D8C-85475921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E5FE48-B439-4658-A161-068EBE95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81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3DE98-9B05-C870-90EC-791B4C15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D090BD-64E8-D1AC-B7E9-8783AA4D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4CE3E9-DE68-4CA8-320E-0AEAA0258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F028F-B743-224D-9B6A-D36D9D673D6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B31FD2-44D1-5D40-47C1-BFEAB5679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3F0F2C-6F8C-2D03-A3F7-5D394B1B0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6BEC9-57AC-C743-8744-873C499AAF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00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FCC0956-816F-14B5-0224-5D6BD12B0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558" y="0"/>
            <a:ext cx="1231655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5E1E567-88EB-7F47-D542-C8402A7D3CD4}"/>
              </a:ext>
            </a:extLst>
          </p:cNvPr>
          <p:cNvSpPr txBox="1"/>
          <p:nvPr/>
        </p:nvSpPr>
        <p:spPr>
          <a:xfrm>
            <a:off x="6794798" y="1746824"/>
            <a:ext cx="3740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Helvetica" pitchFamily="2" charset="0"/>
              </a:rPr>
              <a:t>IMPORTANT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74D151-4E4A-5B21-A92A-AC28A2317380}"/>
              </a:ext>
            </a:extLst>
          </p:cNvPr>
          <p:cNvSpPr txBox="1"/>
          <p:nvPr/>
        </p:nvSpPr>
        <p:spPr>
          <a:xfrm>
            <a:off x="5610479" y="2788472"/>
            <a:ext cx="6109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Helvetica" pitchFamily="2" charset="0"/>
              </a:rPr>
              <a:t>ANNOUNCEMENT</a:t>
            </a:r>
            <a:endParaRPr lang="pt-BR" sz="7200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D804192-7661-4985-1841-0C8E9E1DB4DB}"/>
              </a:ext>
            </a:extLst>
          </p:cNvPr>
          <p:cNvGrpSpPr/>
          <p:nvPr/>
        </p:nvGrpSpPr>
        <p:grpSpPr>
          <a:xfrm>
            <a:off x="8417708" y="4679746"/>
            <a:ext cx="1037961" cy="1210310"/>
            <a:chOff x="8152532" y="4964102"/>
            <a:chExt cx="1037961" cy="1210310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203AD29D-14B5-7C46-16FD-C786F8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2532" y="4964102"/>
              <a:ext cx="1037961" cy="1087527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6185B76-79B4-E260-209D-AE6785F513F0}"/>
                </a:ext>
              </a:extLst>
            </p:cNvPr>
            <p:cNvSpPr txBox="1"/>
            <p:nvPr/>
          </p:nvSpPr>
          <p:spPr>
            <a:xfrm>
              <a:off x="8228023" y="5078293"/>
              <a:ext cx="8742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>
                  <a:solidFill>
                    <a:schemeClr val="bg1"/>
                  </a:solidFill>
                </a:rPr>
                <a:t>OCTOBER</a:t>
              </a:r>
              <a:endParaRPr lang="pt-BR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B54A5D7B-47B7-27EC-097E-0A66A7E98D8C}"/>
                </a:ext>
              </a:extLst>
            </p:cNvPr>
            <p:cNvSpPr txBox="1"/>
            <p:nvPr/>
          </p:nvSpPr>
          <p:spPr>
            <a:xfrm>
              <a:off x="8193452" y="5251082"/>
              <a:ext cx="95612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5400" b="1" dirty="0">
                  <a:solidFill>
                    <a:srgbClr val="444645"/>
                  </a:solidFill>
                  <a:latin typeface="Helvetica" pitchFamily="2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5292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61413FF-43ED-221C-6FBF-AB89FE4C6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219" y="1958036"/>
            <a:ext cx="6635951" cy="449532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B7EDC9B-33ED-780E-573D-3FFB18C89E1D}"/>
              </a:ext>
            </a:extLst>
          </p:cNvPr>
          <p:cNvSpPr/>
          <p:nvPr/>
        </p:nvSpPr>
        <p:spPr>
          <a:xfrm>
            <a:off x="0" y="0"/>
            <a:ext cx="12192000" cy="1746504"/>
          </a:xfrm>
          <a:prstGeom prst="rect">
            <a:avLst/>
          </a:prstGeom>
          <a:solidFill>
            <a:srgbClr val="092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064E0C-F5BC-6F86-112F-30061410E7BE}"/>
              </a:ext>
            </a:extLst>
          </p:cNvPr>
          <p:cNvSpPr txBox="1"/>
          <p:nvPr/>
        </p:nvSpPr>
        <p:spPr>
          <a:xfrm>
            <a:off x="1427702" y="211532"/>
            <a:ext cx="933659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dirty="0" err="1">
                <a:solidFill>
                  <a:schemeClr val="bg1"/>
                </a:solidFill>
                <a:latin typeface="Cooper Black" panose="0208090404030B020404" pitchFamily="18" charset="77"/>
              </a:rPr>
              <a:t>Bring</a:t>
            </a:r>
            <a:r>
              <a:rPr lang="pt-BR" sz="8000" dirty="0">
                <a:solidFill>
                  <a:schemeClr val="bg1"/>
                </a:solidFill>
                <a:latin typeface="Cooper Black" panose="0208090404030B020404" pitchFamily="18" charset="77"/>
              </a:rPr>
              <a:t> some </a:t>
            </a:r>
            <a:r>
              <a:rPr lang="pt-BR" sz="8000" dirty="0" err="1">
                <a:solidFill>
                  <a:srgbClr val="2396F5"/>
                </a:solidFill>
                <a:latin typeface="Modern Love Grunge" panose="04070805081005020601" pitchFamily="82" charset="0"/>
              </a:rPr>
              <a:t>referral</a:t>
            </a:r>
            <a:endParaRPr lang="pt-BR" sz="8000" dirty="0">
              <a:solidFill>
                <a:srgbClr val="2396F5"/>
              </a:solidFill>
              <a:latin typeface="Modern Love Grunge" panose="04070805081005020601" pitchFamily="82" charset="0"/>
            </a:endParaRPr>
          </a:p>
        </p:txBody>
      </p:sp>
      <p:sp>
        <p:nvSpPr>
          <p:cNvPr id="8" name="Lágrima 7">
            <a:extLst>
              <a:ext uri="{FF2B5EF4-FFF2-40B4-BE49-F238E27FC236}">
                <a16:creationId xmlns:a16="http://schemas.microsoft.com/office/drawing/2014/main" id="{CCAC66EE-14EA-9FE4-B2B4-5E05DE61CA55}"/>
              </a:ext>
            </a:extLst>
          </p:cNvPr>
          <p:cNvSpPr/>
          <p:nvPr/>
        </p:nvSpPr>
        <p:spPr>
          <a:xfrm rot="21096609">
            <a:off x="7202265" y="1245817"/>
            <a:ext cx="1120095" cy="61285"/>
          </a:xfrm>
          <a:prstGeom prst="teardrop">
            <a:avLst>
              <a:gd name="adj" fmla="val 158597"/>
            </a:avLst>
          </a:prstGeom>
          <a:solidFill>
            <a:srgbClr val="FAC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A921DF39-84D0-40F4-275D-21C0272F1A21}"/>
              </a:ext>
            </a:extLst>
          </p:cNvPr>
          <p:cNvSpPr/>
          <p:nvPr/>
        </p:nvSpPr>
        <p:spPr>
          <a:xfrm>
            <a:off x="5943600" y="1865376"/>
            <a:ext cx="6108192" cy="3191256"/>
          </a:xfrm>
          <a:prstGeom prst="roundRect">
            <a:avLst/>
          </a:prstGeom>
          <a:solidFill>
            <a:srgbClr val="CDE5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D7253106-66BB-E813-28BB-8D03A6919D6F}"/>
              </a:ext>
            </a:extLst>
          </p:cNvPr>
          <p:cNvSpPr/>
          <p:nvPr/>
        </p:nvSpPr>
        <p:spPr>
          <a:xfrm>
            <a:off x="5943600" y="5230368"/>
            <a:ext cx="6108192" cy="1304066"/>
          </a:xfrm>
          <a:prstGeom prst="roundRect">
            <a:avLst>
              <a:gd name="adj" fmla="val 30291"/>
            </a:avLst>
          </a:prstGeom>
          <a:solidFill>
            <a:srgbClr val="FEF7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D026FB0-AD02-AC8A-E46E-9F4C02630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845" y="5406503"/>
            <a:ext cx="1080785" cy="87528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40F43D2-C917-1C03-666E-FDE760DCC7EF}"/>
              </a:ext>
            </a:extLst>
          </p:cNvPr>
          <p:cNvSpPr/>
          <p:nvPr/>
        </p:nvSpPr>
        <p:spPr>
          <a:xfrm>
            <a:off x="6095999" y="2012380"/>
            <a:ext cx="475488" cy="475488"/>
          </a:xfrm>
          <a:prstGeom prst="ellipse">
            <a:avLst/>
          </a:prstGeom>
          <a:solidFill>
            <a:srgbClr val="2396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808D9F-F2D3-134E-0C10-84AE291396AA}"/>
              </a:ext>
            </a:extLst>
          </p:cNvPr>
          <p:cNvSpPr/>
          <p:nvPr/>
        </p:nvSpPr>
        <p:spPr>
          <a:xfrm>
            <a:off x="6117336" y="5421406"/>
            <a:ext cx="475488" cy="475488"/>
          </a:xfrm>
          <a:prstGeom prst="ellipse">
            <a:avLst/>
          </a:prstGeom>
          <a:solidFill>
            <a:srgbClr val="FAC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D382FA1-2988-71B4-60EA-1D977A156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285" y="2538009"/>
            <a:ext cx="450435" cy="45043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3411FA-B273-8246-07E1-532E39F4303B}"/>
              </a:ext>
            </a:extLst>
          </p:cNvPr>
          <p:cNvSpPr txBox="1"/>
          <p:nvPr/>
        </p:nvSpPr>
        <p:spPr>
          <a:xfrm>
            <a:off x="6556248" y="2087758"/>
            <a:ext cx="547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Talk </a:t>
            </a:r>
            <a:r>
              <a:rPr lang="pt-BR" sz="2000" b="1" dirty="0" err="1"/>
              <a:t>with</a:t>
            </a:r>
            <a:r>
              <a:rPr lang="pt-BR" sz="2000" b="1" dirty="0"/>
              <a:t> </a:t>
            </a:r>
            <a:r>
              <a:rPr lang="pt-BR" sz="2000" b="1" dirty="0" err="1"/>
              <a:t>your</a:t>
            </a:r>
            <a:r>
              <a:rPr lang="pt-BR" sz="2000" b="1" dirty="0"/>
              <a:t> lead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bring</a:t>
            </a:r>
            <a:r>
              <a:rPr lang="pt-BR" sz="2000" b="1" dirty="0"/>
              <a:t> 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information</a:t>
            </a:r>
            <a:r>
              <a:rPr lang="pt-BR" sz="2000" b="1" dirty="0"/>
              <a:t>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9DEC208-EE97-EF92-2444-E925FF0CADF3}"/>
              </a:ext>
            </a:extLst>
          </p:cNvPr>
          <p:cNvSpPr txBox="1"/>
          <p:nvPr/>
        </p:nvSpPr>
        <p:spPr>
          <a:xfrm>
            <a:off x="6665978" y="5459424"/>
            <a:ext cx="510465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A4C"/>
                </a:solidFill>
                <a:latin typeface="Aptos"/>
              </a:defRPr>
            </a:pPr>
            <a:r>
              <a:rPr lang="pt-BR" sz="1900" dirty="0"/>
              <a:t>Talk </a:t>
            </a:r>
            <a:r>
              <a:rPr lang="pt-BR" sz="1900" dirty="0" err="1"/>
              <a:t>with</a:t>
            </a:r>
            <a:r>
              <a:rPr lang="pt-BR" sz="1900" dirty="0"/>
              <a:t> </a:t>
            </a:r>
            <a:r>
              <a:rPr lang="pt-BR" sz="1900" dirty="0" err="1"/>
              <a:t>your</a:t>
            </a:r>
            <a:r>
              <a:rPr lang="pt-BR" sz="1900" dirty="0"/>
              <a:t> </a:t>
            </a:r>
            <a:r>
              <a:rPr lang="pt-BR" sz="1900" dirty="0" err="1"/>
              <a:t>referral</a:t>
            </a:r>
            <a:r>
              <a:rPr lang="pt-BR" sz="1900" dirty="0"/>
              <a:t> </a:t>
            </a:r>
            <a:r>
              <a:rPr lang="pt-BR" sz="1900" dirty="0" err="1"/>
              <a:t>and</a:t>
            </a:r>
            <a:r>
              <a:rPr lang="pt-BR" sz="1900" dirty="0"/>
              <a:t> </a:t>
            </a:r>
            <a:r>
              <a:rPr lang="pt-BR" sz="1900" dirty="0" err="1"/>
              <a:t>explain</a:t>
            </a:r>
            <a:endParaRPr lang="pt-BR" sz="1900" dirty="0"/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05A710AD-AC7C-20CC-C6AA-56E49CDD2FA9}"/>
              </a:ext>
            </a:extLst>
          </p:cNvPr>
          <p:cNvSpPr txBox="1"/>
          <p:nvPr/>
        </p:nvSpPr>
        <p:spPr>
          <a:xfrm>
            <a:off x="338328" y="6534434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C697A"/>
                </a:solidFill>
                <a:latin typeface="Aptos"/>
              </a:defRPr>
            </a:pPr>
            <a:r>
              <a:rPr dirty="0"/>
              <a:t>REFERRAL PROGRAM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4BC9889-5224-06B6-4AB4-43F9F8349BE4}"/>
              </a:ext>
            </a:extLst>
          </p:cNvPr>
          <p:cNvSpPr txBox="1"/>
          <p:nvPr/>
        </p:nvSpPr>
        <p:spPr>
          <a:xfrm>
            <a:off x="6674900" y="5882401"/>
            <a:ext cx="249119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700">
                <a:solidFill>
                  <a:srgbClr val="122A4C"/>
                </a:solidFill>
                <a:latin typeface="Aptos"/>
              </a:defRPr>
            </a:pP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job</a:t>
            </a:r>
            <a:r>
              <a:rPr lang="pt-BR" dirty="0"/>
              <a:t> </a:t>
            </a:r>
            <a:r>
              <a:rPr lang="pt-BR" dirty="0" err="1"/>
              <a:t>study</a:t>
            </a:r>
            <a:r>
              <a:rPr lang="pt-BR" dirty="0"/>
              <a:t> </a:t>
            </a:r>
            <a:r>
              <a:rPr lang="pt-BR" dirty="0" err="1"/>
              <a:t>works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EC9ADB1-FD19-546B-11B0-6ED7534292C4}"/>
              </a:ext>
            </a:extLst>
          </p:cNvPr>
          <p:cNvSpPr txBox="1"/>
          <p:nvPr/>
        </p:nvSpPr>
        <p:spPr>
          <a:xfrm>
            <a:off x="7489445" y="2601688"/>
            <a:ext cx="98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Position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B21B46-695D-873D-240F-ABF24704777A}"/>
              </a:ext>
            </a:extLst>
          </p:cNvPr>
          <p:cNvSpPr txBox="1"/>
          <p:nvPr/>
        </p:nvSpPr>
        <p:spPr>
          <a:xfrm>
            <a:off x="7502720" y="3117106"/>
            <a:ext cx="12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Full </a:t>
            </a:r>
            <a:r>
              <a:rPr lang="pt-BR" dirty="0" err="1"/>
              <a:t>Name</a:t>
            </a:r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A2D4B2D-9E68-4603-2E9C-391D40836FE0}"/>
              </a:ext>
            </a:extLst>
          </p:cNvPr>
          <p:cNvSpPr txBox="1"/>
          <p:nvPr/>
        </p:nvSpPr>
        <p:spPr>
          <a:xfrm>
            <a:off x="7502720" y="3618196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Phone </a:t>
            </a:r>
            <a:r>
              <a:rPr lang="pt-BR" dirty="0" err="1"/>
              <a:t>Number</a:t>
            </a:r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962CF34-1CCD-02BF-8798-E06AE29C0ED7}"/>
              </a:ext>
            </a:extLst>
          </p:cNvPr>
          <p:cNvSpPr txBox="1"/>
          <p:nvPr/>
        </p:nvSpPr>
        <p:spPr>
          <a:xfrm>
            <a:off x="7494292" y="412082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e-mail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01AB5CD-F35C-D463-E575-286A578C1DC1}"/>
              </a:ext>
            </a:extLst>
          </p:cNvPr>
          <p:cNvSpPr txBox="1"/>
          <p:nvPr/>
        </p:nvSpPr>
        <p:spPr>
          <a:xfrm>
            <a:off x="7489445" y="4599499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Linkedin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825C89E6-E22D-F485-2562-4EED98AE5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285" y="3050020"/>
            <a:ext cx="450435" cy="450435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CF5F8B3-800E-FF2E-7714-8B06BD963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4812" y="3562031"/>
            <a:ext cx="450435" cy="45043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431B0B07-9FED-3209-C504-D6FC92983F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374" y="4077055"/>
            <a:ext cx="450435" cy="45043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21001148-A310-6B83-5564-42E908B296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696" y="4569825"/>
            <a:ext cx="436666" cy="43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2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E4D7-95F7-77C8-4725-11C1D9BE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2C68500-B194-FFE8-F8B3-70EA67BA1DCD}"/>
              </a:ext>
            </a:extLst>
          </p:cNvPr>
          <p:cNvSpPr/>
          <p:nvPr/>
        </p:nvSpPr>
        <p:spPr>
          <a:xfrm>
            <a:off x="0" y="0"/>
            <a:ext cx="12192000" cy="1746504"/>
          </a:xfrm>
          <a:prstGeom prst="rect">
            <a:avLst/>
          </a:prstGeom>
          <a:solidFill>
            <a:srgbClr val="092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118C81-F5CB-D59B-576D-65341932DCAF}"/>
              </a:ext>
            </a:extLst>
          </p:cNvPr>
          <p:cNvSpPr txBox="1"/>
          <p:nvPr/>
        </p:nvSpPr>
        <p:spPr>
          <a:xfrm>
            <a:off x="3309053" y="211532"/>
            <a:ext cx="5317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latin typeface="Cooper Black" panose="0208090404030B020404" pitchFamily="18" charset="77"/>
              </a:rPr>
              <a:t>NEW </a:t>
            </a:r>
            <a:r>
              <a:rPr lang="pt-BR" sz="8000" dirty="0">
                <a:solidFill>
                  <a:srgbClr val="2396F5"/>
                </a:solidFill>
                <a:latin typeface="Modern Love Grunge" panose="04070805081005020601" pitchFamily="82" charset="0"/>
              </a:rPr>
              <a:t>Lead</a:t>
            </a:r>
          </a:p>
        </p:txBody>
      </p:sp>
      <p:sp>
        <p:nvSpPr>
          <p:cNvPr id="4" name="Lágrima 3">
            <a:extLst>
              <a:ext uri="{FF2B5EF4-FFF2-40B4-BE49-F238E27FC236}">
                <a16:creationId xmlns:a16="http://schemas.microsoft.com/office/drawing/2014/main" id="{54A09A3C-793F-B01D-4808-84DEB61F597B}"/>
              </a:ext>
            </a:extLst>
          </p:cNvPr>
          <p:cNvSpPr/>
          <p:nvPr/>
        </p:nvSpPr>
        <p:spPr>
          <a:xfrm rot="21096609">
            <a:off x="5847693" y="1254239"/>
            <a:ext cx="1461913" cy="45719"/>
          </a:xfrm>
          <a:prstGeom prst="teardrop">
            <a:avLst>
              <a:gd name="adj" fmla="val 158597"/>
            </a:avLst>
          </a:prstGeom>
          <a:solidFill>
            <a:srgbClr val="FAC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6004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740B8-30F2-EFEB-129A-05B9D636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85909BA-7E15-EDC9-FC57-31BF048957E2}"/>
              </a:ext>
            </a:extLst>
          </p:cNvPr>
          <p:cNvSpPr/>
          <p:nvPr/>
        </p:nvSpPr>
        <p:spPr>
          <a:xfrm>
            <a:off x="0" y="0"/>
            <a:ext cx="12192000" cy="1746504"/>
          </a:xfrm>
          <a:prstGeom prst="rect">
            <a:avLst/>
          </a:prstGeom>
          <a:solidFill>
            <a:srgbClr val="092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01817E-2A80-0868-A4D0-F8708477B589}"/>
              </a:ext>
            </a:extLst>
          </p:cNvPr>
          <p:cNvSpPr txBox="1"/>
          <p:nvPr/>
        </p:nvSpPr>
        <p:spPr>
          <a:xfrm>
            <a:off x="0" y="211532"/>
            <a:ext cx="121834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latin typeface="Cooper Black" panose="0208090404030B020404" pitchFamily="18" charset="77"/>
              </a:rPr>
              <a:t>NEW </a:t>
            </a:r>
            <a:r>
              <a:rPr lang="pt-BR" sz="8000" dirty="0" err="1">
                <a:solidFill>
                  <a:srgbClr val="2396F5"/>
                </a:solidFill>
                <a:latin typeface="Modern Love Grunge" panose="04070805081005020601" pitchFamily="82" charset="0"/>
              </a:rPr>
              <a:t>Structure</a:t>
            </a:r>
            <a:r>
              <a:rPr lang="pt-BR" sz="8000" dirty="0">
                <a:solidFill>
                  <a:srgbClr val="2396F5"/>
                </a:solidFill>
                <a:latin typeface="Modern Love Grunge" panose="04070805081005020601" pitchFamily="82" charset="0"/>
              </a:rPr>
              <a:t> </a:t>
            </a:r>
            <a:r>
              <a:rPr lang="pt-BR" sz="5400" dirty="0">
                <a:solidFill>
                  <a:schemeClr val="bg1"/>
                </a:solidFill>
                <a:latin typeface="Cooper Black" panose="0208090404030B020404" pitchFamily="18" charset="77"/>
              </a:rPr>
              <a:t>BR </a:t>
            </a:r>
            <a:r>
              <a:rPr lang="pt-BR" sz="5400" dirty="0" err="1">
                <a:solidFill>
                  <a:schemeClr val="bg1"/>
                </a:solidFill>
                <a:latin typeface="Cooper Black" panose="0208090404030B020404" pitchFamily="18" charset="77"/>
              </a:rPr>
              <a:t>Program</a:t>
            </a:r>
            <a:endParaRPr lang="pt-BR" sz="8000" dirty="0">
              <a:solidFill>
                <a:srgbClr val="2396F5"/>
              </a:solidFill>
              <a:latin typeface="Modern Love Grunge" panose="04070805081005020601" pitchFamily="82" charset="0"/>
            </a:endParaRPr>
          </a:p>
        </p:txBody>
      </p:sp>
      <p:sp>
        <p:nvSpPr>
          <p:cNvPr id="4" name="Lágrima 3">
            <a:extLst>
              <a:ext uri="{FF2B5EF4-FFF2-40B4-BE49-F238E27FC236}">
                <a16:creationId xmlns:a16="http://schemas.microsoft.com/office/drawing/2014/main" id="{F26713D9-2E3F-2B95-D098-FE0B45923E9A}"/>
              </a:ext>
            </a:extLst>
          </p:cNvPr>
          <p:cNvSpPr/>
          <p:nvPr/>
        </p:nvSpPr>
        <p:spPr>
          <a:xfrm rot="21096609">
            <a:off x="3220107" y="1285770"/>
            <a:ext cx="1461913" cy="45719"/>
          </a:xfrm>
          <a:prstGeom prst="teardrop">
            <a:avLst>
              <a:gd name="adj" fmla="val 158597"/>
            </a:avLst>
          </a:prstGeom>
          <a:solidFill>
            <a:srgbClr val="FAC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03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11A8-ACFB-79EC-2FC0-20424312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A077AF7D-2E8B-0146-0BBF-356B7D70416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07972" y="3856572"/>
            <a:ext cx="10939582" cy="13708"/>
          </a:xfrm>
          <a:prstGeom prst="line">
            <a:avLst/>
          </a:prstGeom>
          <a:ln w="50800">
            <a:gradFill flip="none" rotWithShape="1">
              <a:gsLst>
                <a:gs pos="100000">
                  <a:srgbClr val="C3DEFE"/>
                </a:gs>
                <a:gs pos="0">
                  <a:schemeClr val="accent1">
                    <a:lumMod val="5000"/>
                    <a:lumOff val="95000"/>
                  </a:schemeClr>
                </a:gs>
                <a:gs pos="9000">
                  <a:srgbClr val="1B7FFD"/>
                </a:gs>
                <a:gs pos="51000">
                  <a:srgbClr val="FDBD26"/>
                </a:gs>
                <a:gs pos="88000">
                  <a:srgbClr val="11A45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D2A8D359-5422-4866-C188-95E7489DA538}"/>
              </a:ext>
            </a:extLst>
          </p:cNvPr>
          <p:cNvSpPr/>
          <p:nvPr/>
        </p:nvSpPr>
        <p:spPr>
          <a:xfrm>
            <a:off x="0" y="0"/>
            <a:ext cx="12192000" cy="1746504"/>
          </a:xfrm>
          <a:prstGeom prst="rect">
            <a:avLst/>
          </a:prstGeom>
          <a:solidFill>
            <a:srgbClr val="092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E6CE70-5D3A-746C-7B39-2301DFB7E0FF}"/>
              </a:ext>
            </a:extLst>
          </p:cNvPr>
          <p:cNvSpPr txBox="1"/>
          <p:nvPr/>
        </p:nvSpPr>
        <p:spPr>
          <a:xfrm>
            <a:off x="1427702" y="211532"/>
            <a:ext cx="89879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latin typeface="Cooper Black" panose="0208090404030B020404" pitchFamily="18" charset="77"/>
              </a:rPr>
              <a:t>Leads </a:t>
            </a:r>
            <a:r>
              <a:rPr lang="pt-BR" sz="8000" dirty="0" err="1">
                <a:solidFill>
                  <a:srgbClr val="2396F5"/>
                </a:solidFill>
                <a:latin typeface="Modern Love Grunge" panose="04070805081005020601" pitchFamily="82" charset="0"/>
              </a:rPr>
              <a:t>Get</a:t>
            </a:r>
            <a:r>
              <a:rPr lang="pt-BR" sz="8000" dirty="0">
                <a:solidFill>
                  <a:srgbClr val="2396F5"/>
                </a:solidFill>
                <a:latin typeface="Modern Love Grunge" panose="04070805081005020601" pitchFamily="82" charset="0"/>
              </a:rPr>
              <a:t> </a:t>
            </a:r>
            <a:r>
              <a:rPr lang="pt-BR" sz="8000" dirty="0" err="1">
                <a:solidFill>
                  <a:srgbClr val="2396F5"/>
                </a:solidFill>
                <a:latin typeface="Modern Love Grunge" panose="04070805081005020601" pitchFamily="82" charset="0"/>
              </a:rPr>
              <a:t>Together</a:t>
            </a:r>
            <a:endParaRPr lang="pt-BR" sz="8000" dirty="0">
              <a:solidFill>
                <a:srgbClr val="2396F5"/>
              </a:solidFill>
              <a:latin typeface="Modern Love Grunge" panose="04070805081005020601" pitchFamily="82" charset="0"/>
            </a:endParaRPr>
          </a:p>
        </p:txBody>
      </p:sp>
      <p:sp>
        <p:nvSpPr>
          <p:cNvPr id="8" name="Lágrima 7">
            <a:extLst>
              <a:ext uri="{FF2B5EF4-FFF2-40B4-BE49-F238E27FC236}">
                <a16:creationId xmlns:a16="http://schemas.microsoft.com/office/drawing/2014/main" id="{8F115FF7-9729-E2E7-906D-E500008514F3}"/>
              </a:ext>
            </a:extLst>
          </p:cNvPr>
          <p:cNvSpPr/>
          <p:nvPr/>
        </p:nvSpPr>
        <p:spPr>
          <a:xfrm rot="21096609">
            <a:off x="4659910" y="1222714"/>
            <a:ext cx="1461913" cy="45719"/>
          </a:xfrm>
          <a:prstGeom prst="teardrop">
            <a:avLst>
              <a:gd name="adj" fmla="val 158597"/>
            </a:avLst>
          </a:prstGeom>
          <a:solidFill>
            <a:srgbClr val="FAC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BBF9BE6-05E8-6B58-5651-AFD38EEA4880}"/>
              </a:ext>
            </a:extLst>
          </p:cNvPr>
          <p:cNvSpPr/>
          <p:nvPr/>
        </p:nvSpPr>
        <p:spPr>
          <a:xfrm>
            <a:off x="1730198" y="3552806"/>
            <a:ext cx="634949" cy="634949"/>
          </a:xfrm>
          <a:prstGeom prst="ellipse">
            <a:avLst/>
          </a:prstGeom>
          <a:solidFill>
            <a:srgbClr val="1B7F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1</a:t>
            </a:r>
            <a:endParaRPr lang="pt-BR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626D345-B2A0-B865-967A-328C6529B130}"/>
              </a:ext>
            </a:extLst>
          </p:cNvPr>
          <p:cNvSpPr/>
          <p:nvPr/>
        </p:nvSpPr>
        <p:spPr>
          <a:xfrm>
            <a:off x="5799860" y="3539519"/>
            <a:ext cx="634949" cy="634949"/>
          </a:xfrm>
          <a:prstGeom prst="ellipse">
            <a:avLst/>
          </a:prstGeom>
          <a:solidFill>
            <a:srgbClr val="FDBD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775B07-C17A-559F-9C00-AAA5F5FB0031}"/>
              </a:ext>
            </a:extLst>
          </p:cNvPr>
          <p:cNvSpPr/>
          <p:nvPr/>
        </p:nvSpPr>
        <p:spPr>
          <a:xfrm>
            <a:off x="9552047" y="3552806"/>
            <a:ext cx="634949" cy="634949"/>
          </a:xfrm>
          <a:prstGeom prst="ellipse">
            <a:avLst/>
          </a:prstGeom>
          <a:solidFill>
            <a:srgbClr val="11A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2D17B2-9AE9-450B-7535-F32798813DC8}"/>
              </a:ext>
            </a:extLst>
          </p:cNvPr>
          <p:cNvSpPr/>
          <p:nvPr/>
        </p:nvSpPr>
        <p:spPr>
          <a:xfrm>
            <a:off x="216073" y="3760622"/>
            <a:ext cx="191899" cy="191899"/>
          </a:xfrm>
          <a:prstGeom prst="ellipse">
            <a:avLst/>
          </a:prstGeom>
          <a:solidFill>
            <a:srgbClr val="C3D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2945E0-042A-9073-DCEB-03B942C553A4}"/>
              </a:ext>
            </a:extLst>
          </p:cNvPr>
          <p:cNvSpPr/>
          <p:nvPr/>
        </p:nvSpPr>
        <p:spPr>
          <a:xfrm>
            <a:off x="11342169" y="3780940"/>
            <a:ext cx="191899" cy="191899"/>
          </a:xfrm>
          <a:prstGeom prst="ellipse">
            <a:avLst/>
          </a:prstGeom>
          <a:solidFill>
            <a:srgbClr val="C3D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Arredondado 32">
            <a:extLst>
              <a:ext uri="{FF2B5EF4-FFF2-40B4-BE49-F238E27FC236}">
                <a16:creationId xmlns:a16="http://schemas.microsoft.com/office/drawing/2014/main" id="{0610EC8F-8C8B-184B-259C-9BC067E942CD}"/>
              </a:ext>
            </a:extLst>
          </p:cNvPr>
          <p:cNvSpPr/>
          <p:nvPr/>
        </p:nvSpPr>
        <p:spPr>
          <a:xfrm>
            <a:off x="727621" y="4598063"/>
            <a:ext cx="2967526" cy="1699759"/>
          </a:xfrm>
          <a:prstGeom prst="roundRect">
            <a:avLst/>
          </a:prstGeom>
          <a:solidFill>
            <a:srgbClr val="F0F7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Arredondado 33">
            <a:extLst>
              <a:ext uri="{FF2B5EF4-FFF2-40B4-BE49-F238E27FC236}">
                <a16:creationId xmlns:a16="http://schemas.microsoft.com/office/drawing/2014/main" id="{32E10514-E08F-655F-1BC2-50CBD9C98A8E}"/>
              </a:ext>
            </a:extLst>
          </p:cNvPr>
          <p:cNvSpPr/>
          <p:nvPr/>
        </p:nvSpPr>
        <p:spPr>
          <a:xfrm>
            <a:off x="4693585" y="4616117"/>
            <a:ext cx="2967526" cy="1681705"/>
          </a:xfrm>
          <a:prstGeom prst="roundRect">
            <a:avLst/>
          </a:prstGeom>
          <a:solidFill>
            <a:srgbClr val="FEF9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Arredondado 34">
            <a:extLst>
              <a:ext uri="{FF2B5EF4-FFF2-40B4-BE49-F238E27FC236}">
                <a16:creationId xmlns:a16="http://schemas.microsoft.com/office/drawing/2014/main" id="{118A4682-4438-6B4F-5EBE-08E70FF51FF3}"/>
              </a:ext>
            </a:extLst>
          </p:cNvPr>
          <p:cNvSpPr/>
          <p:nvPr/>
        </p:nvSpPr>
        <p:spPr>
          <a:xfrm>
            <a:off x="8496853" y="4620638"/>
            <a:ext cx="2967526" cy="1663476"/>
          </a:xfrm>
          <a:prstGeom prst="roundRect">
            <a:avLst/>
          </a:prstGeom>
          <a:solidFill>
            <a:srgbClr val="ECF7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52CC905-0E91-6CCB-57F0-513E39785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127" y="5134181"/>
            <a:ext cx="682288" cy="68228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98639BB-0A1E-05DC-7D3A-B1D26197B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55" y="5106474"/>
            <a:ext cx="682288" cy="682288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42206DF9-5E81-A71F-4D62-542E8C9EB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551" y="5106798"/>
            <a:ext cx="682288" cy="682288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81D8A9CD-12A6-2BEF-368B-5BA0F015FB37}"/>
              </a:ext>
            </a:extLst>
          </p:cNvPr>
          <p:cNvSpPr/>
          <p:nvPr/>
        </p:nvSpPr>
        <p:spPr>
          <a:xfrm>
            <a:off x="1951722" y="4738499"/>
            <a:ext cx="191899" cy="191899"/>
          </a:xfrm>
          <a:prstGeom prst="ellipse">
            <a:avLst/>
          </a:prstGeom>
          <a:solidFill>
            <a:srgbClr val="1B7F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B26A34D-0670-E0AD-70DB-DAA699637419}"/>
              </a:ext>
            </a:extLst>
          </p:cNvPr>
          <p:cNvSpPr/>
          <p:nvPr/>
        </p:nvSpPr>
        <p:spPr>
          <a:xfrm>
            <a:off x="6025160" y="4726252"/>
            <a:ext cx="191899" cy="191899"/>
          </a:xfrm>
          <a:prstGeom prst="ellipse">
            <a:avLst/>
          </a:prstGeom>
          <a:solidFill>
            <a:srgbClr val="FDBD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420DF50-5975-FC62-EED9-6DE522F275B0}"/>
              </a:ext>
            </a:extLst>
          </p:cNvPr>
          <p:cNvSpPr/>
          <p:nvPr/>
        </p:nvSpPr>
        <p:spPr>
          <a:xfrm>
            <a:off x="9776605" y="4738363"/>
            <a:ext cx="191899" cy="191899"/>
          </a:xfrm>
          <a:prstGeom prst="ellipse">
            <a:avLst/>
          </a:prstGeom>
          <a:solidFill>
            <a:srgbClr val="11A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AB8001FF-ACB7-E477-3402-47DE1CC81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507" y="1945182"/>
            <a:ext cx="2221551" cy="1412192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802A2E88-13B4-C6B5-73B3-229F326B33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890" y="1942068"/>
            <a:ext cx="2221551" cy="1434867"/>
          </a:xfrm>
          <a:prstGeom prst="rect">
            <a:avLst/>
          </a:prstGeom>
        </p:spPr>
      </p:pic>
      <p:sp>
        <p:nvSpPr>
          <p:cNvPr id="49" name="TextBox 19">
            <a:extLst>
              <a:ext uri="{FF2B5EF4-FFF2-40B4-BE49-F238E27FC236}">
                <a16:creationId xmlns:a16="http://schemas.microsoft.com/office/drawing/2014/main" id="{D366DB64-FE71-E442-703A-EA60EC196BEB}"/>
              </a:ext>
            </a:extLst>
          </p:cNvPr>
          <p:cNvSpPr txBox="1"/>
          <p:nvPr/>
        </p:nvSpPr>
        <p:spPr>
          <a:xfrm>
            <a:off x="5636720" y="5028286"/>
            <a:ext cx="2024391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A4C"/>
                </a:solidFill>
                <a:latin typeface="Aptos"/>
              </a:defRPr>
            </a:pPr>
            <a:r>
              <a:rPr dirty="0">
                <a:solidFill>
                  <a:srgbClr val="D5A546"/>
                </a:solidFill>
              </a:rPr>
              <a:t>Presential</a:t>
            </a:r>
            <a:br>
              <a:rPr dirty="0">
                <a:solidFill>
                  <a:srgbClr val="D5A546"/>
                </a:solidFill>
              </a:rPr>
            </a:br>
            <a:r>
              <a:rPr dirty="0">
                <a:solidFill>
                  <a:srgbClr val="D5A546"/>
                </a:solidFill>
              </a:rPr>
              <a:t>meeting with Sam</a:t>
            </a: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590198D7-469D-8104-BA20-006C155C3D0D}"/>
              </a:ext>
            </a:extLst>
          </p:cNvPr>
          <p:cNvSpPr txBox="1"/>
          <p:nvPr/>
        </p:nvSpPr>
        <p:spPr>
          <a:xfrm>
            <a:off x="1654911" y="5106474"/>
            <a:ext cx="19776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A4C"/>
                </a:solidFill>
                <a:latin typeface="Aptos"/>
              </a:defRPr>
            </a:pPr>
            <a:r>
              <a:rPr dirty="0"/>
              <a:t>3 Days in</a:t>
            </a:r>
            <a:br>
              <a:rPr dirty="0"/>
            </a:br>
            <a:r>
              <a:rPr dirty="0"/>
              <a:t>Porto Alegre</a:t>
            </a:r>
          </a:p>
        </p:txBody>
      </p:sp>
      <p:sp>
        <p:nvSpPr>
          <p:cNvPr id="51" name="TextBox 27">
            <a:extLst>
              <a:ext uri="{FF2B5EF4-FFF2-40B4-BE49-F238E27FC236}">
                <a16:creationId xmlns:a16="http://schemas.microsoft.com/office/drawing/2014/main" id="{09B5E015-17FE-3D63-01D2-82B59921833C}"/>
              </a:ext>
            </a:extLst>
          </p:cNvPr>
          <p:cNvSpPr txBox="1"/>
          <p:nvPr/>
        </p:nvSpPr>
        <p:spPr>
          <a:xfrm>
            <a:off x="9660537" y="5134181"/>
            <a:ext cx="10529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2A4C"/>
                </a:solidFill>
                <a:latin typeface="Aptos"/>
              </a:defRPr>
            </a:pPr>
            <a:r>
              <a:rPr dirty="0">
                <a:solidFill>
                  <a:srgbClr val="0E8C49"/>
                </a:solidFill>
              </a:rPr>
              <a:t>Leads</a:t>
            </a:r>
            <a:br>
              <a:rPr dirty="0">
                <a:solidFill>
                  <a:srgbClr val="0E8C49"/>
                </a:solidFill>
              </a:rPr>
            </a:br>
            <a:r>
              <a:rPr dirty="0">
                <a:solidFill>
                  <a:srgbClr val="0E8C49"/>
                </a:solidFill>
              </a:rPr>
              <a:t>Training</a:t>
            </a:r>
          </a:p>
        </p:txBody>
      </p:sp>
      <p:pic>
        <p:nvPicPr>
          <p:cNvPr id="52" name="Imagem 51">
            <a:extLst>
              <a:ext uri="{FF2B5EF4-FFF2-40B4-BE49-F238E27FC236}">
                <a16:creationId xmlns:a16="http://schemas.microsoft.com/office/drawing/2014/main" id="{E07CE67A-38A5-3F0A-CBF2-9CA9AF861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45" y="1907069"/>
            <a:ext cx="2292753" cy="159776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752094F-D54C-B50F-C4B5-DF2C03DC5C42}"/>
              </a:ext>
            </a:extLst>
          </p:cNvPr>
          <p:cNvCxnSpPr>
            <a:stCxn id="2" idx="4"/>
            <a:endCxn id="42" idx="0"/>
          </p:cNvCxnSpPr>
          <p:nvPr/>
        </p:nvCxnSpPr>
        <p:spPr>
          <a:xfrm flipH="1">
            <a:off x="2047672" y="4187755"/>
            <a:ext cx="1" cy="550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270047CC-3E08-BA51-FB5A-CA36831E6471}"/>
              </a:ext>
            </a:extLst>
          </p:cNvPr>
          <p:cNvCxnSpPr/>
          <p:nvPr/>
        </p:nvCxnSpPr>
        <p:spPr>
          <a:xfrm flipH="1">
            <a:off x="6124621" y="4173911"/>
            <a:ext cx="1" cy="550744"/>
          </a:xfrm>
          <a:prstGeom prst="line">
            <a:avLst/>
          </a:prstGeom>
          <a:ln>
            <a:solidFill>
              <a:srgbClr val="FDB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B7270475-8047-F922-1F62-22B094BDB793}"/>
              </a:ext>
            </a:extLst>
          </p:cNvPr>
          <p:cNvCxnSpPr/>
          <p:nvPr/>
        </p:nvCxnSpPr>
        <p:spPr>
          <a:xfrm flipH="1">
            <a:off x="9869520" y="4187333"/>
            <a:ext cx="1" cy="550744"/>
          </a:xfrm>
          <a:prstGeom prst="line">
            <a:avLst/>
          </a:prstGeom>
          <a:ln>
            <a:solidFill>
              <a:srgbClr val="0E8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558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64</Words>
  <Application>Microsoft Macintosh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Cooper Black</vt:lpstr>
      <vt:lpstr>Helvetica</vt:lpstr>
      <vt:lpstr>Modern Love Grunge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Neu</dc:creator>
  <cp:lastModifiedBy>Fernando Neu</cp:lastModifiedBy>
  <cp:revision>1</cp:revision>
  <dcterms:created xsi:type="dcterms:W3CDTF">2026-10-05T13:31:26Z</dcterms:created>
  <dcterms:modified xsi:type="dcterms:W3CDTF">2026-10-05T16:54:16Z</dcterms:modified>
</cp:coreProperties>
</file>